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NEUST  ·  PAPAYA OFF-CAMPUS  ·  TITLE DEFENSE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94360" y="2788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voice-first, AI-powered navigation companion with community road intelligence and probe traffic detection for General Tinio, Nueva Ecija.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0"/>
            <a:ext cx="11000232" cy="0"/>
          </a:xfrm>
          <a:prstGeom prst="line">
            <a:avLst/>
          </a:prstGeom>
          <a:noFill/>
          <a:ln w="28575">
            <a:solidFill>
              <a:srgbClr val="2F80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4507992"/>
            <a:ext cx="146304" cy="14630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0" y="4507992"/>
            <a:ext cx="146304" cy="14630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8" name="Shape 6"/>
          <p:cNvSpPr/>
          <p:nvPr/>
        </p:nvSpPr>
        <p:spPr>
          <a:xfrm>
            <a:off x="10835640" y="4453128"/>
            <a:ext cx="256032" cy="25603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95560" y="4828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Tinio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5715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Edrick V. Martin      John Cedrick G. Aberin      Justine Quijano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 Ecija University of Science and Technology - Papaya Off-Campus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maps index businesses - not barangays.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around a small town like General Tinio relies on knowledge that no global map holds. Navigation apps are built for the world's average place: they rank restaurants, not rice fields; they verify businesses over weeks, not neighbors in seconds. What actually gets you there is word of mouth - and it disappears the moment the person who knows it goes home.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720840" y="2121408"/>
            <a:ext cx="146304" cy="14630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6" name="Text 4"/>
          <p:cNvSpPr/>
          <p:nvPr/>
        </p:nvSpPr>
        <p:spPr>
          <a:xfrm>
            <a:off x="7022592" y="19933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Unmarked farms and houses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720840" y="2962656"/>
            <a:ext cx="146304" cy="14630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8" name="Text 6"/>
          <p:cNvSpPr/>
          <p:nvPr/>
        </p:nvSpPr>
        <p:spPr>
          <a:xfrm>
            <a:off x="7022592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sheds and informal landmarks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720840" y="3803904"/>
            <a:ext cx="146304" cy="14630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10" name="Text 8"/>
          <p:cNvSpPr/>
          <p:nvPr/>
        </p:nvSpPr>
        <p:spPr>
          <a:xfrm>
            <a:off x="7022592" y="3675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Streets that flood after heavy rain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20840" y="4645152"/>
            <a:ext cx="146304" cy="14630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2" name="Text 10"/>
          <p:cNvSpPr/>
          <p:nvPr/>
        </p:nvSpPr>
        <p:spPr>
          <a:xfrm>
            <a:off x="7022592" y="45171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Fares that live only in residents' heads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720840" y="5440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to every global map - known to every resident.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58064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travelers navigate by word of mouth - and there is no map for it.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262872" y="6419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  ·  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co-pilot that reads the town - and decides.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3154680" cy="896112"/>
          </a:xfrm>
          <a:prstGeom prst="roundRect">
            <a:avLst>
              <a:gd name="adj" fmla="val 6122"/>
            </a:avLst>
          </a:prstGeom>
          <a:solidFill>
            <a:srgbClr val="14283E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2121408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Places &amp; routes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OSRM/ORS routing, elevation, honest travel times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3072384"/>
            <a:ext cx="3154680" cy="896112"/>
          </a:xfrm>
          <a:prstGeom prst="roundRect">
            <a:avLst>
              <a:gd name="adj" fmla="val 6122"/>
            </a:avLst>
          </a:prstGeom>
          <a:solidFill>
            <a:srgbClr val="1428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3182112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reports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expiring, presence-weighted, confirmed on site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4133088"/>
            <a:ext cx="3154680" cy="896112"/>
          </a:xfrm>
          <a:prstGeom prst="roundRect">
            <a:avLst>
              <a:gd name="adj" fmla="val 6122"/>
            </a:avLst>
          </a:prstGeom>
          <a:solidFill>
            <a:srgbClr val="1428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4242816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 traffic signals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speed vs expected speed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26280" y="2697480"/>
            <a:ext cx="3063240" cy="1463040"/>
          </a:xfrm>
          <a:prstGeom prst="roundRect">
            <a:avLst>
              <a:gd name="adj" fmla="val 5000"/>
            </a:avLst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926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 co-pilot</a:t>
            </a:r>
            <a:endParaRPr lang="en-US" sz="1700" dirty="0"/>
          </a:p>
          <a:p>
            <a:pPr indent="0" marL="0">
              <a:buNone/>
            </a:pPr>
            <a:r>
              <a:rPr lang="en-US" sz="1150" dirty="0">
                <a:solidFill>
                  <a:srgbClr val="D7E6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character personas, real TTS voices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21040" y="26974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5A524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926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· Suggest · Reroute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C43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decides, on the route ahead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767328" y="2478024"/>
            <a:ext cx="749808" cy="914400"/>
          </a:xfrm>
          <a:prstGeom prst="line">
            <a:avLst/>
          </a:prstGeom>
          <a:noFill/>
          <a:ln w="22225">
            <a:solidFill>
              <a:srgbClr val="2F80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67328" y="3456432"/>
            <a:ext cx="749808" cy="0"/>
          </a:xfrm>
          <a:prstGeom prst="line">
            <a:avLst/>
          </a:prstGeom>
          <a:noFill/>
          <a:ln w="22225">
            <a:solidFill>
              <a:srgbClr val="2F80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767328" y="3456432"/>
            <a:ext cx="749808" cy="1115568"/>
          </a:xfrm>
          <a:prstGeom prst="line">
            <a:avLst/>
          </a:prstGeom>
          <a:noFill/>
          <a:ln w="22225">
            <a:solidFill>
              <a:srgbClr val="2F80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44384" y="3429000"/>
            <a:ext cx="621792" cy="0"/>
          </a:xfrm>
          <a:prstGeom prst="line">
            <a:avLst/>
          </a:prstGeom>
          <a:noFill/>
          <a:ln w="25400">
            <a:solidFill>
              <a:srgbClr val="F5A52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9436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traveler speaks; the co-pilot answers aloud - in character, on the map, on the route.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Free-tier stack: OpenStreetMap data, OpenRouteService routing, Gemini AI, Fish Audio voices, Neon PostgreSQL accounts.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62872" y="6419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  ·  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AND DELIMITATION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parts, one town.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6537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1828800"/>
            <a:ext cx="9966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navigation &amp; AI co-pilot</a:t>
            </a: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search, route plotting, turn-by-turn guidance - driving and walking, with elevation and honest travel times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600200" y="2706624"/>
            <a:ext cx="996696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9806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2761488"/>
            <a:ext cx="9966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knowledge layer</a:t>
            </a: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places, expiring reports, presence-weighted confirmations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600200" y="3639312"/>
            <a:ext cx="996696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3075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3694176"/>
            <a:ext cx="9966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Probe-based traffic detection</a:t>
            </a: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speed vs expected speed per road segment, aggregated into expiring signals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600200" y="4572000"/>
            <a:ext cx="996696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66344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00200" y="4626864"/>
            <a:ext cx="9966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decisions &amp; trip tools</a:t>
            </a: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route-aware mentions, trip history, saved places, shareable ETA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600200" y="5504688"/>
            <a:ext cx="996696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5961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00200" y="5559552"/>
            <a:ext cx="9966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&amp; delivery</a:t>
            </a: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(Capacitor) + browsers, 20 km service fence around General Tinio, English, zero-cost free tiers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262872" y="6419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  ·  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AND DELIMITATION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town's memory - with a trust model.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929384"/>
            <a:ext cx="137160" cy="13716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1051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locations  -  </a:t>
            </a:r>
            <a:pPr indent="0" marL="0">
              <a:buNone/>
            </a:pPr>
            <a:r>
              <a:rPr lang="en-US" sz="13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resident drops a pin and names it - a house, a farm, a waiting shed - and it appears in everyone's search instantly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633472"/>
            <a:ext cx="1051560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2843784"/>
            <a:ext cx="137160" cy="13716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2491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Expiring reports  -  </a:t>
            </a:r>
            <a:pPr indent="0" marL="0">
              <a:buNone/>
            </a:pPr>
            <a:r>
              <a:rPr lang="en-US" sz="13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floods, checkpoints, hazards, fares - each kind has a shelf life, after which the report retires itself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3547872"/>
            <a:ext cx="1051560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3758184"/>
            <a:ext cx="137160" cy="13716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3931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Presence-weighted trust  -  </a:t>
            </a:r>
            <a:pPr indent="0" marL="0">
              <a:buNone/>
            </a:pPr>
            <a:r>
              <a:rPr lang="en-US" sz="13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confirmations are stamped with distance: on-site neighbors outrank strangers; disputes and retirement keep data honest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4462272"/>
            <a:ext cx="1051560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" y="4672584"/>
            <a:ext cx="137160" cy="13716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55371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on PostgreSQL  -  </a:t>
            </a:r>
            <a:pPr indent="0" marL="0">
              <a:buNone/>
            </a:pPr>
            <a:r>
              <a:rPr lang="en-US" sz="13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identities and contributions served from a Neon cloud database - attribution for every report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5650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KINDS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5705856"/>
            <a:ext cx="146304" cy="14630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7" name="Text 15"/>
          <p:cNvSpPr/>
          <p:nvPr/>
        </p:nvSpPr>
        <p:spPr>
          <a:xfrm>
            <a:off x="2889504" y="5614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5705856"/>
            <a:ext cx="146304" cy="14630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9" name="Text 17"/>
          <p:cNvSpPr/>
          <p:nvPr/>
        </p:nvSpPr>
        <p:spPr>
          <a:xfrm>
            <a:off x="5038344" y="5614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5705856"/>
            <a:ext cx="146304" cy="14630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21" name="Text 19"/>
          <p:cNvSpPr/>
          <p:nvPr/>
        </p:nvSpPr>
        <p:spPr>
          <a:xfrm>
            <a:off x="7187184" y="5614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98280" y="5705856"/>
            <a:ext cx="146304" cy="14630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3" name="Text 21"/>
          <p:cNvSpPr/>
          <p:nvPr/>
        </p:nvSpPr>
        <p:spPr>
          <a:xfrm>
            <a:off x="9336024" y="5614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62872" y="6419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  ·  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AND DELIMITATION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trip is a traffic sensor.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12064" cy="51206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670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navigating, the app times each road segment against its known length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52728" y="2221992"/>
            <a:ext cx="2029968" cy="0"/>
          </a:xfrm>
          <a:prstGeom prst="line">
            <a:avLst/>
          </a:prstGeom>
          <a:noFill/>
          <a:ln w="19050">
            <a:solidFill>
              <a:srgbClr val="23405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47288" y="1965960"/>
            <a:ext cx="512064" cy="51206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47288" y="2670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447288" y="307238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speed vs the routing engine's expected speed, per segment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05656" y="2221992"/>
            <a:ext cx="2029968" cy="0"/>
          </a:xfrm>
          <a:prstGeom prst="line">
            <a:avLst/>
          </a:prstGeom>
          <a:noFill/>
          <a:ln w="19050">
            <a:solidFill>
              <a:srgbClr val="2340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0216" y="1965960"/>
            <a:ext cx="512064" cy="51206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0216" y="2670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00216" y="307238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sustained slowdowns become live signals that expire within the hour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58584" y="2221992"/>
            <a:ext cx="2029968" cy="0"/>
          </a:xfrm>
          <a:prstGeom prst="line">
            <a:avLst/>
          </a:prstGeom>
          <a:noFill/>
          <a:ln w="19050">
            <a:solidFill>
              <a:srgbClr val="2340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3144" y="1965960"/>
            <a:ext cx="512064" cy="51206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0" name="Text 18"/>
          <p:cNvSpPr/>
          <p:nvPr/>
        </p:nvSpPr>
        <p:spPr>
          <a:xfrm>
            <a:off x="9153144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53144" y="2670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Reroute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153144" y="307238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congestion steers routes away - like floods and checkpoints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4892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Nueva Ecija's barangay roads, our users' phones are the only traffic sensors that exist.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94360" y="5623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gates the response: weak signals are mentioned by the AI, confirmed congestion is routed around - and everything expires.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62872" y="6419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  ·  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limits, by design.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2093976"/>
            <a:ext cx="137160" cy="13716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User-dependent traffic evidence</a:t>
            </a:r>
            <a:endParaRPr lang="en-US" sz="1750" dirty="0"/>
          </a:p>
          <a:p>
            <a:pPr indent="0" marL="0">
              <a:buNone/>
            </a:pPr>
            <a:r>
              <a:rPr lang="en-US" sz="13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 signals need active riders on the road; with few users, congestion data is sparse, and demonstration relies on the built-in simulated travel mode.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960120" y="3246120"/>
            <a:ext cx="1051560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3511296"/>
            <a:ext cx="137160" cy="13716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3832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 dependency</a:t>
            </a:r>
            <a:endParaRPr lang="en-US" sz="1750" dirty="0"/>
          </a:p>
          <a:p>
            <a:pPr indent="0" marL="0">
              <a:buNone/>
            </a:pPr>
            <a:r>
              <a:rPr lang="en-US" sz="13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conversation, routing, community reports, and traffic detection all require a stable Wi-Fi or data connection - there is no offline mode.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4663440"/>
            <a:ext cx="10515600" cy="0"/>
          </a:xfrm>
          <a:prstGeom prst="line">
            <a:avLst/>
          </a:prstGeom>
          <a:noFill/>
          <a:ln w="9525">
            <a:solidFill>
              <a:srgbClr val="23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4928616"/>
            <a:ext cx="137160" cy="13716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Single-town focus</a:t>
            </a:r>
            <a:endParaRPr lang="en-US" sz="1750" dirty="0"/>
          </a:p>
          <a:p>
            <a:pPr indent="0" marL="0">
              <a:buNone/>
            </a:pPr>
            <a:r>
              <a:rPr lang="en-US" sz="135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and evaluation center on General Tinio; the free-tier AI adds 10-60 second response times, and third-party traffic APIs were evaluated and rejected for lacking barangay-road coverage.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262872" y="6419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  ·  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NavBudol - the town's live map.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4343400"/>
            <a:ext cx="11000232" cy="0"/>
          </a:xfrm>
          <a:prstGeom prst="line">
            <a:avLst/>
          </a:prstGeom>
          <a:noFill/>
          <a:ln w="28575">
            <a:solidFill>
              <a:srgbClr val="2F80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4279392"/>
            <a:ext cx="146304" cy="14630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4279392"/>
            <a:ext cx="146304" cy="14630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0" y="4224528"/>
            <a:ext cx="256032" cy="25603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Edrick V. Martin      John Cedrick G. Aberin      Justine Quijano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F2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 Ecija University of Science and Technology - Papaya Off-Campus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NavBudol - Title Defense</dc:title>
  <dc:subject>PptxGenJS Presentation</dc:subject>
  <dc:creator>Martin, Aberin, Quijano</dc:creator>
  <cp:lastModifiedBy>Martin, Aberin, Quijano</cp:lastModifiedBy>
  <cp:revision>1</cp:revision>
  <dcterms:created xsi:type="dcterms:W3CDTF">2026-09-28T16:08:51Z</dcterms:created>
  <dcterms:modified xsi:type="dcterms:W3CDTF">2026-09-28T16:08:51Z</dcterms:modified>
</cp:coreProperties>
</file>